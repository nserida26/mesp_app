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71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besoin principal est d'avoir une source unique, fiable et securisee pour suivre les institutions privees et permettre la verification publique de certaines informations.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plateforme sert a la fois les administrateurs, les institutions et le public. Elle combine gestion interne et transparence externe.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projet separe clairement les profils. Chaque utilisateur voit uniquement les fonctionnalites autorisees par son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L'application couvre l'ensemble du cycle : saisie des donnees, controle, consultation, verification et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Cette partie rend la plateforme utile au public : etudiants, parents, employeurs ou organismes peuvent verifier les donnees officielles sans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verification est concue pour etre simple cote utilisateur, mais controlee cote application afin de proteger les donnees sensibles.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L'administration centralise toutes les operations de gestion. Les permissions evitent qu'un utilisateur accede a des modules qui ne le concernent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modele de donnees reflete les relations du domaine : une institution possede des filieres, les etudiants sont inscrits dans des filieres, et les enseignants sont affectes a des filieres.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securite est importante car l'application manipule des informations administratives et personnelles. Le projet combine controle d'acces, chiffrement et tracabilite.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multilingue est un point important pour une plateforme institutionnelle. Il permet d'adapter l'interface a differents publics.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Cette fonctionnalite facilite le passage depuis des fichiers administratifs existants vers une base de donnees centralisee.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valeur du projet est a la fois administrative et publique : il simplifie la gestion interne tout en renforcant la confiance dans les informations publiees.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projet dispose deja d'une base solide. Les prochaines evolutions peuvent porter sur l'automatisation, les statistiques et l'integration avec d'autres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conclusion, ce projet repond a un besoin concret : disposer d'un systeme fiable pour gerer, suivre et verifier les informations officielles des institutions privees et de leurs 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6537960"/>
            <a:ext cx="12191695" cy="10972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09728" cy="20116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Calibri"/>
              </a:defRPr>
            </a:pPr>
            <a:r>
              <a:rPr sz="1600" b="1">
                <a:solidFill>
                  <a:srgbClr val="C99A2E"/>
                </a:solidFill>
                <a:latin typeface="Calibri"/>
              </a:rPr>
              <a:t>PRÉSENTATION DE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Calibri"/>
              </a:rPr>
              <a:t>Le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secteur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l'enseignement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superieur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prive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produit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beaucoup de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donnees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importantes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:</a:t>
            </a:r>
          </a:p>
          <a:p>
            <a:pPr>
              <a:spcBef>
                <a:spcPts val="1800"/>
              </a:spcBef>
            </a:pPr>
            <a:r>
              <a:rPr sz="1900" dirty="0">
                <a:solidFill>
                  <a:srgbClr val="C9D6E5"/>
                </a:solidFill>
                <a:latin typeface="Calibri"/>
              </a:rPr>
              <a:t>-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etablissements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autorises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;
-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filieres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et formations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reconnues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;
-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etudiants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inscrits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;
-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enseignants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accredites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ou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affectes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;
- accreditations et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arretes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officiels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;
-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calendriers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C9D6E5"/>
                </a:solidFill>
                <a:latin typeface="Calibri"/>
              </a:rPr>
              <a:t>academiques</a:t>
            </a:r>
            <a:r>
              <a:rPr sz="1900" dirty="0">
                <a:solidFill>
                  <a:srgbClr val="C9D6E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Objectif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L'objectif du projet est de creer une application web permettant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gestion administrative des institutions privees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 suivi des filieres autorisees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l'enregistrement des etudiants et enseignants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gestion des accreditations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l'import et l'export de donnees Excel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consultation publique des informations essentielles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verification d'un etudiant, d'un enseignant, d'une institution ou d'une 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Utilisateurs cibles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1B4F8C"/>
                </a:solidFill>
                <a:latin typeface="Calibri"/>
              </a:rPr>
              <a:t>Administrateur / Ministere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gere les utilisateurs, roles et permissions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supervise toutes les institutions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importe et exporte les donnees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consulte les journaux d'activite.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1B4F8C"/>
                </a:solidFill>
                <a:latin typeface="Calibri"/>
              </a:rPr>
              <a:t>Institution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consulte ou gere ses donnees selon ses droits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suit ses filieres, etudiants, enseignants et calendriers.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800" b="1">
                <a:solidFill>
                  <a:srgbClr val="1B4F8C"/>
                </a:solidFill>
                <a:latin typeface="Calibri"/>
              </a:rPr>
              <a:t>Public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consulte les institutions accreditees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consulte les filieres autorisees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verifie rapidement une information via le portail public.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Fonctionnalites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Tableau de bord avec statistiques.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institutions.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filieres.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etudiants.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enseignants.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accreditations.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du calendrier academique.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Gestion des utilisateurs, roles et permissions.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Import de fichiers CSV, XLS et XLSX.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Export Excel des principales ressources.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Portail public de consultation.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Verification publique securisee par captcha.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Portail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portail public est accessible sans authentification. Il propose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page d'accueil avec chiffres cles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liste des institutions accreditees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liste des formations autorisees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consultation des details d'une institution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la consultation des details d'une filiere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 formulaire de verification rapide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des statistiques publiques.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Verification publique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systeme permet de verifier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 etudiant par numero national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 enseignant par numero national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institution par code ou nom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formation par code ou nom.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La verification utilise un captcha de session pour limiter les abus. Les resultats affichent uniquement les informations necessaires : statut, filiere, institution, niveau, annee, semestre ou validite.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Espace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L'espace admin permet de gerer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institutions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filieres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etudiants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enseignants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accreditations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calendriers academiques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utilisateurs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roles et permissions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imports et exports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les journaux d'activite.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Modele de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projet s'appuie sur plusieurs entites principales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Institution</a:t>
            </a:r>
            <a:r>
              <a:rPr sz="1600" b="0">
                <a:solidFill>
                  <a:srgbClr val="222830"/>
                </a:solidFill>
                <a:latin typeface="Calibri"/>
              </a:rPr>
              <a:t> : nom, code, ville, statut, logo, coordonnees.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Filiere</a:t>
            </a:r>
            <a:r>
              <a:rPr sz="1600" b="0">
                <a:solidFill>
                  <a:srgbClr val="222830"/>
                </a:solidFill>
                <a:latin typeface="Calibri"/>
              </a:rPr>
              <a:t> : code, nom, niveau, duree, capacite, statut.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Etudiant</a:t>
            </a:r>
            <a:r>
              <a:rPr sz="1600" b="0">
                <a:solidFill>
                  <a:srgbClr val="222830"/>
                </a:solidFill>
                <a:latin typeface="Calibri"/>
              </a:rPr>
              <a:t> : identite, numero national chiffre, bac, contact.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Inscription</a:t>
            </a:r>
            <a:r>
              <a:rPr sz="1600" b="0">
                <a:solidFill>
                  <a:srgbClr val="222830"/>
                </a:solidFill>
                <a:latin typeface="Calibri"/>
              </a:rPr>
              <a:t> : filiere, annee universitaire, semestre, statut, QR code.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Enseignant</a:t>
            </a:r>
            <a:r>
              <a:rPr sz="1600" b="0">
                <a:solidFill>
                  <a:srgbClr val="222830"/>
                </a:solidFill>
                <a:latin typeface="Calibri"/>
              </a:rPr>
              <a:t> : identite, grade, specialite, numero d'accreditation.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Accreditation</a:t>
            </a:r>
            <a:r>
              <a:rPr sz="1600" b="0">
                <a:solidFill>
                  <a:srgbClr val="222830"/>
                </a:solidFill>
                <a:latin typeface="Calibri"/>
              </a:rPr>
              <a:t> : arrete, dates de validite, statut, type.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Calendrier academique</a:t>
            </a:r>
            <a:r>
              <a:rPr sz="1600" b="0">
                <a:solidFill>
                  <a:srgbClr val="222830"/>
                </a:solidFill>
                <a:latin typeface="Calibri"/>
              </a:rPr>
              <a:t> : semestres, examens, vacances.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1">
                <a:solidFill>
                  <a:srgbClr val="222830"/>
                </a:solidFill>
                <a:latin typeface="Calibri"/>
              </a:rPr>
              <a:t>Affectation enseignant</a:t>
            </a:r>
            <a:r>
              <a:rPr sz="1600" b="0">
                <a:solidFill>
                  <a:srgbClr val="222830"/>
                </a:solidFill>
                <a:latin typeface="Calibri"/>
              </a:rPr>
              <a:t> : enseignant, institution, filiere, volume horaire.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Securite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projet integre plusieurs mecanismes de securite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authentification des utilisateurs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roles et permissions avec Spatie Laravel Permission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acces conditionnel aux routes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donnees sensibles masquees dans les modeles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chiffrement du numero national des etudiants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hash du numero de bac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verification publique avec captcha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journaux d'activite avec Spatie Activitylog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suppression douce pour certaines donnees.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Multilingue et accessibilite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projet contient une configuration de localisation et des fichiers de langue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francais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arabe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changement de langue via route dediee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textes de l'interface centralises dans les fichiers `lang`.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Imports et exports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L'application permet d'importer des donnees depuis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CSV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TXT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XLS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XLSX.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Les imports disponibles concernent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etudiants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institutions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filieres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enseignants.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Les exports Excel disponibles concernent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etudiants et inscriptions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institutions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filieres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enseignants et affectations.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Valeur ajoutee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Le projet apporte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meilleure centralisation des donnees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verification rapide des informations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plus de transparence pour le public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reduction des erreurs administratives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 controle d'acces par role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tracabilite des actions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une base evolutive pour ajouter de nouvelles fonctionnalites.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Limites actuelles et ameliorations possibles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811" y="1408176"/>
            <a:ext cx="1060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 dirty="0">
                <a:solidFill>
                  <a:srgbClr val="222830"/>
                </a:solidFill>
                <a:latin typeface="Calibri"/>
              </a:rPr>
              <a:t>Ameliorations possibles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A636E"/>
                </a:solidFill>
                <a:latin typeface="Calibri"/>
              </a:rPr>
              <a:t>MESP App — </a:t>
            </a:r>
            <a:r>
              <a:rPr sz="1000" dirty="0" err="1">
                <a:solidFill>
                  <a:srgbClr val="5A636E"/>
                </a:solidFill>
                <a:latin typeface="Calibri"/>
              </a:rPr>
              <a:t>Portail</a:t>
            </a:r>
            <a:r>
              <a:rPr sz="1000" dirty="0">
                <a:solidFill>
                  <a:srgbClr val="5A636E"/>
                </a:solidFill>
                <a:latin typeface="Calibri"/>
              </a:rPr>
              <a:t> de gestion et de </a:t>
            </a:r>
            <a:r>
              <a:rPr sz="1000" dirty="0" err="1">
                <a:solidFill>
                  <a:srgbClr val="5A636E"/>
                </a:solidFill>
                <a:latin typeface="Calibri"/>
              </a:rPr>
              <a:t>vérification</a:t>
            </a:r>
            <a:r>
              <a:rPr sz="1000" dirty="0">
                <a:solidFill>
                  <a:srgbClr val="5A636E"/>
                </a:solidFill>
                <a:latin typeface="Calibri"/>
              </a:rPr>
              <a:t> de </a:t>
            </a:r>
            <a:r>
              <a:rPr sz="1000" dirty="0" err="1">
                <a:solidFill>
                  <a:srgbClr val="5A636E"/>
                </a:solidFill>
                <a:latin typeface="Calibri"/>
              </a:rPr>
              <a:t>l'enseignement</a:t>
            </a:r>
            <a:r>
              <a:rPr sz="1000" dirty="0">
                <a:solidFill>
                  <a:srgbClr val="5A636E"/>
                </a:solidFill>
                <a:latin typeface="Calibri"/>
              </a:rPr>
              <a:t> supérieur </a:t>
            </a:r>
            <a:r>
              <a:rPr sz="1000" dirty="0" err="1">
                <a:solidFill>
                  <a:srgbClr val="5A636E"/>
                </a:solidFill>
                <a:latin typeface="Calibri"/>
              </a:rPr>
              <a:t>privé</a:t>
            </a:r>
            <a:endParaRPr sz="1000" dirty="0">
              <a:solidFill>
                <a:srgbClr val="5A636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9A2E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11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MESP App est une plateforme web de gestion et de verification pour l'enseignement superieur prive.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22830"/>
                </a:solidFill>
                <a:latin typeface="Calibri"/>
              </a:rPr>
              <a:t>Elle combine :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administration des donnees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securite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roles et permissions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portail public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verification rapide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import/export Excel ;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99A2E"/>
                </a:solidFill>
                <a:latin typeface="Calibri"/>
              </a:rPr>
              <a:t>–  </a:t>
            </a:r>
            <a:r>
              <a:rPr sz="1600" b="0">
                <a:solidFill>
                  <a:srgbClr val="222830"/>
                </a:solidFill>
                <a:latin typeface="Calibri"/>
              </a:rPr>
              <a:t>architecture evolutive.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36E"/>
                </a:solidFill>
                <a:latin typeface="Calibri"/>
              </a:rPr>
              <a:t>MESP App — Portail de gestion et de vérification de l'enseignement supérieur privé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36E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1426</Words>
  <Application>Microsoft Office PowerPoint</Application>
  <PresentationFormat>Widescreen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</cp:lastModifiedBy>
  <cp:revision>2</cp:revision>
  <dcterms:created xsi:type="dcterms:W3CDTF">2013-01-27T09:14:16Z</dcterms:created>
  <dcterms:modified xsi:type="dcterms:W3CDTF">2026-07-09T15:39:06Z</dcterms:modified>
  <cp:category/>
</cp:coreProperties>
</file>